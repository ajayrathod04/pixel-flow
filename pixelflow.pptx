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59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Yeshwantrao Chavan College of Engineering</a:t>
            </a:r>
          </a:p>
          <a:p>
            <a:pPr algn="ctr">
              <a:defRPr b="1" sz="1600">
                <a:solidFill>
                  <a:srgbClr val="006699"/>
                </a:solidFill>
              </a:defRPr>
            </a:pPr>
            <a:r>
              <a:t>Department of Electronics Engineering (VLSI Design &amp; Technology)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259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600">
                <a:solidFill>
                  <a:srgbClr val="003366"/>
                </a:solidFill>
              </a:defRPr>
            </a:pPr>
            <a:r>
              <a:t>PixelFlow: A Low-Latency Feed-Forward Architecture for Image Processing</a:t>
            </a:r>
          </a:p>
          <a:p>
            <a:pPr algn="ctr">
              <a:defRPr i="1" sz="1500">
                <a:solidFill>
                  <a:srgbClr val="646464"/>
                </a:solidFill>
              </a:defRPr>
            </a:pPr>
            <a:r>
              <a:t>Final Year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457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6699"/>
                </a:solidFill>
              </a:defRPr>
            </a:pPr>
            <a:r>
              <a:t>Project Group Members: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1. Ajay Rathod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2. Harshita Uikey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3. Varad Vyawhare</a:t>
            </a:r>
          </a:p>
          <a:p>
            <a:pPr>
              <a:defRPr sz="1400" b="1">
                <a:solidFill>
                  <a:srgbClr val="282828"/>
                </a:solidFill>
              </a:defRPr>
            </a:pPr>
            <a:r>
              <a:t>4. Sujal Chinche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How Latency Reduction is Achieved (Beginner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006699"/>
                </a:solidFill>
              </a:defRPr>
            </a:pPr>
            <a:r>
              <a:t>Traditional Pixel-by-Pixel Architecture: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Reads 1 pixel per clock cycle.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Must store (K-1)*N pixels in lumped line buffers before producing 1st output pixel.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For N=512, initial latency is 1,024 clock cycles!</a:t>
            </a:r>
          </a:p>
          <a:p>
            <a:br/>
            <a:pPr>
              <a:defRPr sz="1400">
                <a:solidFill>
                  <a:srgbClr val="282828"/>
                </a:solidFill>
              </a:defRPr>
            </a:pPr>
            <a:r>
              <a:t>Proposed Row-by-Row Systolic Architecture: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Reads 1 ENTIRE ROW of N pixels per clock cycle.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Direct-Form RConv computes row convolution in 1 cycle.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Transpose-Form CConv cascades inter-stage line delays.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First complete output row appears at Cycle 5 regardless of N (up to 509x speedup!).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Micro-Architecture (RConv + CConv Systolic Arrays)</a:t>
            </a:r>
          </a:p>
        </p:txBody>
      </p:sp>
      <p:pic>
        <p:nvPicPr>
          <p:cNvPr id="3" name="Picture 2" descr="fig4_row_by_row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661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Image 1 Evaluation: Flower ('flower.png')</a:t>
            </a:r>
          </a:p>
        </p:txBody>
      </p:sp>
      <p:pic>
        <p:nvPicPr>
          <p:cNvPr id="3" name="Picture 2" descr="flower_multi_r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79677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Image 2 Evaluation: Sunflower ('sunflower.png')</a:t>
            </a:r>
          </a:p>
        </p:txBody>
      </p:sp>
      <p:pic>
        <p:nvPicPr>
          <p:cNvPr id="3" name="Picture 2" descr="sunflower_multi_r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7848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Multi-Resolution Latency Scaling (32x32, 256x256, 512x512)</a:t>
            </a:r>
          </a:p>
        </p:txBody>
      </p:sp>
      <p:pic>
        <p:nvPicPr>
          <p:cNvPr id="3" name="Picture 2" descr="sunflower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69680" cy="4390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ModelSim Scripts &amp; Waveform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006699"/>
                </a:solidFill>
              </a:defRPr>
            </a:pPr>
            <a:r>
              <a:t>Dedicated Compilation &amp; Simulation DO Scripts: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compile.do: Runs vlib, vmap, vlog -sv hdl/*.v (0 Errors check)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run_sim.do: Executes compile.do -&gt; vsim -onfinish stop -&gt; wave.do -&gt; wave zoomfull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• Combined Command: cd {D:/program files/pixelflow}; do run_sim.do</a:t>
            </a:r>
          </a:p>
          <a:p>
            <a:br/>
            <a:pPr>
              <a:defRPr sz="1400">
                <a:solidFill>
                  <a:srgbClr val="282828"/>
                </a:solidFill>
              </a:defRPr>
            </a:pPr>
            <a:r>
              <a:t>Key Waveform Commands: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   add wave -divider {SECTION}: Adds section divider text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   add wave -color {COLOR}: Custom signal colors (Yellow, Red, Green, Lime)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   add wave -radix hexadecimal / bus: Displays buses in Hex format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   wave zoomfull: Fits simulation timeline from 0 ns to 200 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3366"/>
                </a:solidFill>
              </a:defRPr>
            </a:pPr>
            <a:r>
              <a:t>ModelSim Simulation Waveform (0 ns to 200 ns Zoom Full)</a:t>
            </a:r>
          </a:p>
        </p:txBody>
      </p:sp>
      <p:pic>
        <p:nvPicPr>
          <p:cNvPr id="3" name="Picture 2" descr="modelsim_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54480"/>
            <a:ext cx="8869680" cy="36522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400">
                <a:solidFill>
                  <a:srgbClr val="003366"/>
                </a:solidFill>
              </a:defRPr>
            </a:pPr>
            <a:r>
              <a:t>Thank You!</a:t>
            </a:r>
          </a:p>
          <a:p>
            <a:br/>
            <a:pPr algn="ctr">
              <a:defRPr sz="2200" i="1">
                <a:solidFill>
                  <a:srgbClr val="006699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400">
                <a:solidFill>
                  <a:srgbClr val="646464"/>
                </a:solidFill>
              </a:defRPr>
            </a:pPr>
            <a:r>
              <a:t>Department of Electronics Engineering (VLSI Design &amp; Technology)</a:t>
            </a:r>
            <a:br/>
            <a:r>
              <a:t>Yeshwantrao Chavan College of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